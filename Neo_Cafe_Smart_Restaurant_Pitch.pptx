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3636"/>
                </a:solidFill>
              </a:rPr>
              <a:t>Neo Cafe 智慧餐廳系統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完美解決訂位管理與現場帶位的雙重難題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8576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為現代中小型餐廳量身打造的解決方案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餐廳目前的痛點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人工帶位效率低，容易混亂
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客人無故未到 (No-Show) 造成座位浪費與損失
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無法即時掌握現場桌數與未來預約的重疊情況
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LINE 預約系統不夠智慧，常超收導致現場客抱怨
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四大核心功能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3200400" cy="9144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視覺化帶位面板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95453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直覺拖曳桌位、一鍵切換桌位狀態（空桌/用餐中），即時掌握現場容納量。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285875"/>
            <a:ext cx="3200400" cy="9144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智慧容量防護機制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195453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設定保留現場客比例（如 40%），系統自動阻擋超收，平衡線上與現場客源。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86100"/>
            <a:ext cx="3200400" cy="9144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自動清理 No-Show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54755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平日寬限 15 分鐘，假日 5 分鐘。逾時自動取消並釋放桌位，提升翻桌率。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086100"/>
            <a:ext cx="3200400" cy="9144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LINE 深度整合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3754755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結合 LIFF 網頁，自動帶入顧客資料，報到 QR Code 與推播提醒一氣呵成。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AE60"/>
                </a:solidFill>
              </a:rPr>
              <a:t>為什麼選擇 Neo Cafe 系統？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AE60"/>
                </a:solidFill>
              </a:rPr>
              <a:t>降低人力成本</a:t>
            </a:r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444444"/>
                </a:solidFill>
              </a:rPr>
              <a:t>：自動化代替人工接聽電話與排桌。
</a:t>
            </a:r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AE60"/>
                </a:solidFill>
              </a:rPr>
              <a:t>最大化營收</a:t>
            </a:r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444444"/>
                </a:solidFill>
              </a:rPr>
              <a:t>：No-Show 系統自動釋放座位給現場客，不浪費任何一桌。
</a:t>
            </a:r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AE60"/>
                </a:solidFill>
              </a:rPr>
              <a:t>防呆與彈性</a:t>
            </a:r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444444"/>
                </a:solidFill>
              </a:rPr>
              <a:t>：彈性設定固定店休日與臨時公休，並透過 UI 防呆，避免店長誤觸設定。
</a:t>
            </a:r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AE60"/>
                </a:solidFill>
              </a:rPr>
              <a:t>無縫顧客體驗</a:t>
            </a:r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444444"/>
                </a:solidFill>
              </a:rPr>
              <a:t>：現代化 UI 設計，從預約到入座都享有尊榮感受。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3E50"/>
                </a:solidFill>
              </a:rPr>
              <a:t>立即體驗智慧餐廳轉型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0861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</a:rPr>
              <a:t>用科技輔助您的服務，專注於提供最美味的餐點！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2026-05-13T23:15:50Z</dcterms:created>
  <dcterms:modified xsi:type="dcterms:W3CDTF">2026-05-13T23:15:50Z</dcterms:modified>
</cp:coreProperties>
</file>